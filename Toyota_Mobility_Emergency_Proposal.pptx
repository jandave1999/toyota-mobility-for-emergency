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TOYOTA MOBILITY FOR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Unified Emergency Response Platform for the Philippines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0A1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Filipinos must memorize multiple emergency numbers that vary by city/municipality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No unified system to track emergency status or response progress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Delayed response times due to wrong number routing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No visibility on responder location and ETA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Current system: fragmented, voice-only, no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0A1E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0A1E"/>
                </a:solidFill>
              </a:defRPr>
            </a:pPr>
            <a:r>
              <a:t>What We Built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Single mobile app for Police, Ambulance, Fire emergencies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Decentralized response - responders see emergencies directly in real-time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Real-time location sharing and live ETA tracking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First Aider Network - automatic alerts to nearby medical professionals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Incident management - auto-merge duplicates, multi-unit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0A1E"/>
                </a:solidFill>
              </a:defRPr>
            </a:pPr>
            <a:r>
              <a:t>Target Users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General Filipino public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Police (PNP), Ambulance, Fire (BFP)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First aiders (nurses, doctors, trained volunteers)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Dispatchers (monitoring/backup role)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0A1E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ONE-TAP EMERGENCY REPORTING - Report with auto-location, photos, and description in seconds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DECENTRALIZED DISPATCH - Responders see emergencies directly (no dispatcher bottleneck)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LIVE TRACKING - Reporter sees responder location and exact ETA in real-time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FIRST AIDER ALERTS - System automatically notifies nearby medical professionals</a:t>
            </a:r>
          </a:p>
          <a:p>
            <a:pPr>
              <a:spcAft>
                <a:spcPts val="1600"/>
              </a:spcAft>
              <a:defRPr sz="2200">
                <a:solidFill>
                  <a:srgbClr val="000000"/>
                </a:solidFill>
              </a:defRPr>
            </a:pPr>
            <a:r>
              <a:t>• VERIFIED RESPONDERS - PhilID + supervisor approval for all responders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0A1E"/>
                </a:solidFill>
              </a:defRPr>
            </a:pPr>
            <a:r>
              <a:t>IMPACT &amp; SUCCESS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B0A1E"/>
                </a:solidFill>
              </a:defRPr>
            </a:pPr>
            <a:r>
              <a:t>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8595B"/>
                </a:solidFill>
              </a:defRPr>
            </a:pPr>
            <a:r>
              <a:t>Response Time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B0A1E"/>
                </a:solidFill>
              </a:defRPr>
            </a:pPr>
            <a:r>
              <a:t>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84048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8595B"/>
                </a:solidFill>
              </a:defRPr>
            </a:pPr>
            <a:r>
              <a:t>Downloads in 6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B0A1E"/>
                </a:solidFill>
              </a:defRPr>
            </a:pPr>
            <a:r>
              <a:t>4.5+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84048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8595B"/>
                </a:solidFill>
              </a:defRPr>
            </a:pPr>
            <a:r>
              <a:t>App Store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0" y="182880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B0A1E"/>
                </a:solidFill>
              </a:defRPr>
            </a:pPr>
            <a:r>
              <a:t>&lt;5%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0" y="384048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8595B"/>
                </a:solidFill>
              </a:defRPr>
            </a:pPr>
            <a:r>
              <a:t>False Report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REQUEST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Proceed with MVP development (9-12 month timeline)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Secure initial budget: PHP 15-25M for MVP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Initiate government partnership discussions with DILG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Begin technical architecture planning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Start pilot LGU selection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303520"/>
            <a:ext cx="4876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APPROVE TO PROCEED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